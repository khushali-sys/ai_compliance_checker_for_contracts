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9B51D-44B6-931B-4537-996367CE4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95514D-EBEB-CDB4-7A75-3FBBD6A50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66C84-4F62-E5A0-4D0E-063E921BB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92150-6553-4471-8AF5-0BA721923B68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06B58-D167-4474-77A3-1E76C448C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614CF-BE6D-F3AE-9F20-32CAB65AB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6D79E-1596-42BB-AAA4-31D6157DE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17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5F776-4CDF-1A75-EF71-DE6BC7F8B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435DE-68FD-1914-5E18-5EF81B622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141F4-595B-400E-A28B-880353BA2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92150-6553-4471-8AF5-0BA721923B68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B06FE-85E3-A1AF-4A8A-04AEC3498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E5D64-5B94-41D5-6CC3-1EF284D70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6D79E-1596-42BB-AAA4-31D6157DE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302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7B84A-50F8-4D1C-6ED5-CECD8A992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A4E9B-6D41-D8E3-BBF3-F7029AD46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B0A43-2DEC-6716-2507-BDC63A7DC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92150-6553-4471-8AF5-0BA721923B68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D1935-49BB-D3C1-4902-1B0F0DAF8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DA356-0FF6-1321-BF4B-90743959B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6D79E-1596-42BB-AAA4-31D6157DE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758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88760-25F4-4BC6-9AE7-8003E0EB2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59C10-30C1-2EF5-FCAE-235116591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922420-2C88-0948-1E5B-5B87C5A11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6D568-6728-AA0D-29A6-EDA83F0ED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92150-6553-4471-8AF5-0BA721923B68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825A3-B0EF-B9E0-405E-FE323D73C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3916C-DE16-319A-4645-D85853FDB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6D79E-1596-42BB-AAA4-31D6157DE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178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EFEFD-69E5-F2C0-AA95-568CDAF3E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7D3E8-2413-FC18-8DF7-8DDDDAD85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3068-9A09-B3E6-F4AB-2627DD44A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C819EE-97B6-1F82-8CE1-DB551295B4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503CFD-1CC5-E88D-5F05-26B51E4EE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BECF14-18A6-D687-0DC6-090EA1083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92150-6553-4471-8AF5-0BA721923B68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12BC5C-6B63-7EA2-F6E3-A310B15BD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7E3953-8FDF-D0AB-251F-67A79FD58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6D79E-1596-42BB-AAA4-31D6157DE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653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44CC8-FDAE-1374-CA3D-B718860CB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4D9F10-4E52-A4F7-5653-996335E75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92150-6553-4471-8AF5-0BA721923B68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71A323-3A6D-0C6C-BDC3-334B537EC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AD0A52-BAD1-8754-2E88-9A32C3CFE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6D79E-1596-42BB-AAA4-31D6157DE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757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4CE690-157A-0BE7-EB6F-071E321AF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92150-6553-4471-8AF5-0BA721923B68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9C8B14-634E-F6A0-6C5B-B23EA09AD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F9338-A64E-868F-269B-9D13D0C7F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6D79E-1596-42BB-AAA4-31D6157DE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599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FD59F-1030-08E9-5BF0-6CDD904E1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0BBF2-B1AA-D46D-C7B2-30C7C2737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0E13B-53EC-6605-6141-6A605434B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6B761D-B18C-1337-AC28-AE959FC6A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92150-6553-4471-8AF5-0BA721923B68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88CD-E66F-7602-30F6-D547E0539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3D3D6-8A2D-1227-8F6F-A57E74571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6D79E-1596-42BB-AAA4-31D6157DE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203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07562-A67A-0FE6-3FEC-90D6685B1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9213C8-EDDE-20F3-A50B-C597D74C1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9ABD8B-D14C-EF44-545D-2218ECAF6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655F9-CAD6-2C40-CC75-7520486A9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92150-6553-4471-8AF5-0BA721923B68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347D1-0C89-B781-462A-C3F47BED5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6E5496-B460-51CE-454D-2A853A8ED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6D79E-1596-42BB-AAA4-31D6157DE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1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82012-08BD-007D-B666-B81A3A82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B171AB-40BF-2DE2-F2B7-E6C68E0E34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BF765-3B20-FA5A-EBEB-DFE3CAB79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92150-6553-4471-8AF5-0BA721923B68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46B59-3A7E-0938-227A-1FB71B3AD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96424-ACAA-D22C-D3AB-5D2D70AE6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6D79E-1596-42BB-AAA4-31D6157DE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284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E94355-B219-3B80-282D-D50C178E0F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DDB3FB-9DEE-3748-E4DA-77C84074A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E2889-7C8C-1F0E-B75D-B4CA0C47C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92150-6553-4471-8AF5-0BA721923B68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2761D-DECE-EA82-7169-B01FFE315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15509-3E91-9A07-6011-882CB5203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6D79E-1596-42BB-AAA4-31D6157DE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628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7E829F-7D25-EB04-054D-06108A48F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99DBD-5857-EE7F-9448-95D4B133B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207E8-368A-17E3-DF0C-4EF9DF4025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92150-6553-4471-8AF5-0BA721923B68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4B644-09F6-1D4A-9140-CE278E2BF7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50763-A955-3C31-4F98-714A0D2351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6D79E-1596-42BB-AAA4-31D6157DE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35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095041-D043-3302-6AF0-C99A5003B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885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63539A-0012-CAAD-DBA7-510DB2CC0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4966"/>
            <a:ext cx="12192000" cy="592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432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18A0AD-AD88-254F-DED2-5F7FC4170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98"/>
            <a:ext cx="12192000" cy="681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697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418430-A053-8D5D-C154-6C380F7E9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2525"/>
            <a:ext cx="12192000" cy="531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186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94E7-E009-59DE-B904-17D991D3C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709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6"/>
                </a:solidFill>
              </a:rPr>
              <a:t>MODULE LEVEL DIAGRAM</a:t>
            </a:r>
            <a:endParaRPr lang="en-IN" sz="3600" b="1" dirty="0">
              <a:solidFill>
                <a:schemeClr val="accent6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634AE2-C892-432E-5606-6CF5B9AED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235" y="1042220"/>
            <a:ext cx="7181529" cy="555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589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C5D302-AD8F-9533-85FC-D80878CC2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7987"/>
            <a:ext cx="12192000" cy="490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275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F66FF6-4535-76FD-D12C-29214EC1ED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6256"/>
            <a:ext cx="12192000" cy="536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593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2F77F1-18E6-6F9B-FD9A-05DCB9F17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873"/>
            <a:ext cx="12192000" cy="654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922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BF8E59-225B-295E-EA0A-7F0725039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335"/>
            <a:ext cx="12192000" cy="659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343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32C1C2-9397-BADE-1188-070D7E42C7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6"/>
          <a:stretch>
            <a:fillRect/>
          </a:stretch>
        </p:blipFill>
        <p:spPr>
          <a:xfrm>
            <a:off x="304799" y="0"/>
            <a:ext cx="116712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719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C7FCE4-C7D1-CD4D-56AA-9E0266021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95"/>
            <a:ext cx="12192000" cy="657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702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MODULE LEVEL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Khushali varu</dc:creator>
  <cp:lastModifiedBy>Khushali varu</cp:lastModifiedBy>
  <cp:revision>1</cp:revision>
  <dcterms:created xsi:type="dcterms:W3CDTF">2025-11-28T12:11:24Z</dcterms:created>
  <dcterms:modified xsi:type="dcterms:W3CDTF">2025-11-28T12:11:49Z</dcterms:modified>
</cp:coreProperties>
</file>